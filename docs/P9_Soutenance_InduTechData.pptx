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Coûts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Pt>
            <c:idx val="3"/>
            <c:bubble3D val="0"/>
            <c:spPr>
              <a:solidFill>
                <a:srgbClr val="7C3AED"/>
              </a:solidFill>
              <a:effectLst/>
            </c:spPr>
          </c:dPt>
          <c:dPt>
            <c:idx val="4"/>
            <c:bubble3D val="0"/>
            <c:spPr>
              <a:solidFill>
                <a:srgbClr val="059669"/>
              </a:solidFill>
              <a:effectLst/>
            </c:spPr>
          </c:dPt>
          <c:dPt>
            <c:idx val="5"/>
            <c:bubble3D val="0"/>
            <c:spPr>
              <a:solidFill>
                <a:srgbClr val="0891B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S3</c:v>
                </c:pt>
                <c:pt idx="1">
                  <c:v>Redshift</c:v>
                </c:pt>
                <c:pt idx="2">
                  <c:v>EC2 (Redpanda)</c:v>
                </c:pt>
                <c:pt idx="3">
                  <c:v>DMS</c:v>
                </c:pt>
                <c:pt idx="4">
                  <c:v>VPN</c:v>
                </c:pt>
                <c:pt idx="5">
                  <c:v>Divers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50</c:v>
                </c:pt>
                <c:pt idx="1">
                  <c:v>180</c:v>
                </c:pt>
                <c:pt idx="2">
                  <c:v>150</c:v>
                </c:pt>
                <c:pt idx="3">
                  <c:v>50</c:v>
                </c:pt>
                <c:pt idx="4">
                  <c:v>35</c:v>
                </c:pt>
                <c:pt idx="5">
                  <c:v>35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E25A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 Hybride Cloud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et POC — InduTechData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P9 — Parcours Data Engineering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0" y="4114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25A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&amp; Problématique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23774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🏭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InduTechData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industrielle, 15 ans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 IoT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280160"/>
            <a:ext cx="1920240" cy="23774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9748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 Go/mois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97480" y="23774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données IoT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temps réel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920240" cy="23774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⚠️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0060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atteintes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23774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Datacenter saturé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Scalabilité insuffisante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280160"/>
            <a:ext cx="1920240" cy="23774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0372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03720" y="23774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hybride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+ On-premise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25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: concevoir une infra hybride cloud (AWS) compatible avec le SI existant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25A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Existant — Ce qu'on conserve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38988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To de données critiques (ERP, CRM). Sauvegardes régulières, réplication active.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73152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11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30428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Maître d'identités. Authentification et autorisation pour tous les utilisateurs.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73152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CRM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21868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métier critiques. Comptabilité, RH, relation client. Reste on-premise.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73152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Datacenter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13308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physique. Atteint ses limites de capacité avec +50 Go/mois IoT.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25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clé : on ne migre pas ce qui fonctionne. On étend vers le cloud.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25A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Composants Cloud Sélectionnés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Besoin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AWS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Stockage non structuré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S3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Scalable, 0.023$/Go, tiering auto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Entrepôt analytique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Redshift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complexe, compatible SQL 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 temps réel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Redpanda (sur EC2)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Kafka, léger, faible latence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identités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Connector + IAM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 AD, SSO unifié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Réseau hybride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 Site-to-Site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IPsec AES-256, fiable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CloudWatch + Budgets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 + alertes coûts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25A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Hybride Cible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743200" cy="347472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On-Premise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37744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(40 To)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237744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116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237744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51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CRM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237744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918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IoT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2011680"/>
            <a:ext cx="1097280" cy="10972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21488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IPsec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914400"/>
            <a:ext cx="4023360" cy="347472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84632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AWS Cloud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1371600"/>
            <a:ext cx="182880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371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Redpanda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2011680"/>
            <a:ext cx="182880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0116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2651760"/>
            <a:ext cx="182880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6517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03720" y="1371600"/>
            <a:ext cx="1828800" cy="502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5" name="Text 23"/>
          <p:cNvSpPr/>
          <p:nvPr/>
        </p:nvSpPr>
        <p:spPr>
          <a:xfrm>
            <a:off x="6995160" y="1371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Connector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03720" y="2011680"/>
            <a:ext cx="182880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20116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(CDC)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03720" y="2651760"/>
            <a:ext cx="182880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6995160" y="26517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Schéma détaillé fourni en livrable PDF/PNG séparé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Focus — Redpanda, le cœur du streaming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22860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5603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Kafka 100%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avec tout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l'écosystème Kafka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Connect, producers, consumers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22860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188720"/>
            <a:ext cx="25603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JVM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18288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 en C++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moins de RAM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P99 stable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560320" cy="22860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188720"/>
            <a:ext cx="25603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à opérer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18288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ZooKeeper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Docker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Parfait pour PME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25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: Redpanda + PySpark pour un pipeline de tickets clients en temps réel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25A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POC — Pipeline de Tickets Clients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28800" cy="146304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🐍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554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651760" y="1188720"/>
            <a:ext cx="1828800" cy="146304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🔴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0" y="1828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Redpanda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client_tickets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1554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1828800" cy="1463040"/>
          </a:xfrm>
          <a:prstGeom prst="rect">
            <a:avLst/>
          </a:prstGeom>
          <a:solidFill>
            <a:srgbClr val="E25A1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937760" y="1828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1554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040880" y="1188720"/>
            <a:ext cx="1828800" cy="146304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40880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📁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132320" y="1828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PySpark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383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Assignation automatique d'une équipe de support selon le type de demande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749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Agrégation par type de demande et par priorité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114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Calcul du volume horaire de tickets pour détecter les pics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25A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Sécurité &amp; Gestion des Identités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Chiffrement en transit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109728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1.2+ sur tous les flux Redpanda et AWS. VPN IPsec AES-256 pour le lien réseau.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Chiffrement au repos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201168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SSE-S3 pour les données dans S3. Option KMS pour un contrôle avancé des clés.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260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Identités unifiées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292608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Connector étend l'AD on-premise vers AWS. Un seul annuaire, SSO fédéré.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Moindre privilège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384048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 avec permissions minimales. Pas de credentials codés en dur.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25A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Estimation des Coûts AWS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200400" cy="164592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~500 $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mois estimé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6 000 $/an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114800" y="100584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: AWS Budgets (alertes 80%/100%), Cost Explorer, Reserved Instances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25A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Conteneurisation Docker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 --build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commande lance toute la stack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651760" cy="18288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94560"/>
            <a:ext cx="265176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Redpanda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8346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officielle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redpandadata/redpanda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194560"/>
            <a:ext cx="2651760" cy="18288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2194560"/>
            <a:ext cx="26517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Producer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28346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3.11-slim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confluent-kafka + Faker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2651760" cy="18288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2194560"/>
            <a:ext cx="2651760" cy="54864"/>
          </a:xfrm>
          <a:prstGeom prst="rect">
            <a:avLst/>
          </a:prstGeom>
          <a:solidFill>
            <a:srgbClr val="E25A1C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Spark Consumer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28346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Bitnami Spark 3.5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Streaming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25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Healthchecks + depends_on + restart policies = production-ready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E25A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Architecture hybride qui préserve l'existant et étend vers le cloud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POC fonctionnel Redpanda + PySpark conteneurisé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Sécurité transversale (TLS, AD Connector, IAM)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Coûts estimés et maîtrisés (~500$/mois)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Infrastructure scalable pour accompagner la croissance IoT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Évolutions envisagées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avec SageMaker • Data Lake S3 • BI avec QuickSight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0" y="2560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P9 — Infrastructure hybride cloud</dc:title>
  <dc:subject>PptxGenJS Presentation</dc:subject>
  <dc:creator>InduTechData</dc:creator>
  <cp:lastModifiedBy>InduTechData</cp:lastModifiedBy>
  <cp:revision>1</cp:revision>
  <dcterms:created xsi:type="dcterms:W3CDTF">2026-02-21T17:12:31Z</dcterms:created>
  <dcterms:modified xsi:type="dcterms:W3CDTF">2026-02-21T17:12:31Z</dcterms:modified>
</cp:coreProperties>
</file>